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b88db19f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b88db19f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b88db19f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b88db19f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b88db19f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b88db19f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b88db19f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b88db19f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b88db19f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b88db19f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c83a4da7f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c83a4da7f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c83a4da7f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c83a4da7f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c83a4da7f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c83a4da7f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g Handling : QA&#10;_____________________&#10;Flow&#10;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