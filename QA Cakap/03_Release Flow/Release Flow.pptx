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0c5817c8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0c5817c8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0c5817c8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0c5817c8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0c5817c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0c5817c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0c5817c8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0c5817c8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0c5817c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0c5817c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0c5817c8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0c5817c8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c5817c8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0c5817c8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0c5817c8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0c5817c8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atlah background untuk page 1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angan kepotong tulisanya dan wallpapernya diganti dong lebih cerah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